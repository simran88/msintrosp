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3" r:id="rId7"/>
    <p:sldId id="265" r:id="rId8"/>
    <p:sldId id="266" r:id="rId9"/>
    <p:sldId id="264" r:id="rId10"/>
    <p:sldId id="267" r:id="rId11"/>
    <p:sldId id="268" r:id="rId12"/>
    <p:sldId id="269" r:id="rId13"/>
    <p:sldId id="270" r:id="rId14"/>
    <p:sldId id="261" r:id="rId15"/>
    <p:sldId id="262" r:id="rId16"/>
    <p:sldId id="260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2">
          <p15:clr>
            <a:srgbClr val="A4A3A4"/>
          </p15:clr>
        </p15:guide>
        <p15:guide id="2" orient="horz" pos="583">
          <p15:clr>
            <a:srgbClr val="A4A3A4"/>
          </p15:clr>
        </p15:guide>
        <p15:guide id="3" pos="5617">
          <p15:clr>
            <a:srgbClr val="A4A3A4"/>
          </p15:clr>
        </p15:guide>
        <p15:guide id="4" pos="2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756" y="78"/>
      </p:cViewPr>
      <p:guideLst>
        <p:guide orient="horz" pos="3092"/>
        <p:guide orient="horz" pos="583"/>
        <p:guide pos="5617"/>
        <p:guide pos="2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pening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9430" y="1045349"/>
            <a:ext cx="4341127" cy="225323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90000"/>
              </a:lnSpc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presentation main header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6238" y="3457521"/>
            <a:ext cx="4294319" cy="145102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presentation subhead</a:t>
            </a:r>
          </a:p>
        </p:txBody>
      </p:sp>
    </p:spTree>
    <p:extLst>
      <p:ext uri="{BB962C8B-B14F-4D97-AF65-F5344CB8AC3E}">
        <p14:creationId xmlns:p14="http://schemas.microsoft.com/office/powerpoint/2010/main" val="553505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33167" y="925513"/>
            <a:ext cx="8683819" cy="3554416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1000"/>
              </a:spcBef>
              <a:defRPr sz="2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2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22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33168" y="141555"/>
            <a:ext cx="7594879" cy="406715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algn="l">
              <a:defRPr sz="3500">
                <a:solidFill>
                  <a:srgbClr val="F2F2F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307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33168" y="925513"/>
            <a:ext cx="4343400" cy="3554416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1000"/>
              </a:spcBef>
              <a:defRPr sz="2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2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22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0"/>
          </p:nvPr>
        </p:nvSpPr>
        <p:spPr>
          <a:xfrm>
            <a:off x="4576568" y="925513"/>
            <a:ext cx="4343400" cy="3554416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1000"/>
              </a:spcBef>
              <a:defRPr sz="2800">
                <a:solidFill>
                  <a:srgbClr val="000000"/>
                </a:solidFill>
              </a:defRPr>
            </a:lvl1pPr>
            <a:lvl2pPr>
              <a:spcBef>
                <a:spcPts val="1000"/>
              </a:spcBef>
              <a:defRPr sz="2600">
                <a:solidFill>
                  <a:srgbClr val="000000"/>
                </a:solidFill>
              </a:defRPr>
            </a:lvl2pPr>
            <a:lvl3pPr>
              <a:spcBef>
                <a:spcPts val="1000"/>
              </a:spcBef>
              <a:defRPr sz="2200">
                <a:solidFill>
                  <a:srgbClr val="000000"/>
                </a:solidFill>
              </a:defRPr>
            </a:lvl3pPr>
            <a:lvl4pPr>
              <a:spcBef>
                <a:spcPts val="1000"/>
              </a:spcBef>
              <a:defRPr sz="1800">
                <a:solidFill>
                  <a:srgbClr val="000000"/>
                </a:solidFill>
              </a:defRPr>
            </a:lvl4pPr>
            <a:lvl5pPr>
              <a:spcBef>
                <a:spcPts val="1000"/>
              </a:spcBef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3168" y="141555"/>
            <a:ext cx="7594879" cy="406715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algn="l">
              <a:defRPr sz="3500">
                <a:solidFill>
                  <a:srgbClr val="F2F2F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669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12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76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9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MSP </a:t>
            </a:r>
            <a:r>
              <a:rPr lang="en-US" dirty="0" smtClean="0"/>
              <a:t>2017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MSIntro SP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6238" y="3774107"/>
            <a:ext cx="4294319" cy="1134443"/>
          </a:xfrm>
        </p:spPr>
        <p:txBody>
          <a:bodyPr/>
          <a:lstStyle/>
          <a:p>
            <a:r>
              <a:rPr lang="en-US" dirty="0" smtClean="0"/>
              <a:t>GIT AND GITHUB </a:t>
            </a:r>
            <a:r>
              <a:rPr lang="en-US" smtClean="0"/>
              <a:t>for Beginners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smtClean="0"/>
              <a:t>What </a:t>
            </a:r>
            <a:r>
              <a:rPr lang="en-IN" dirty="0"/>
              <a:t>is git</a:t>
            </a:r>
            <a:r>
              <a:rPr lang="en-IN" dirty="0" smtClean="0"/>
              <a:t>?</a:t>
            </a:r>
            <a:r>
              <a:rPr lang="en-IN" dirty="0"/>
              <a:t> </a:t>
            </a:r>
          </a:p>
          <a:p>
            <a:pPr lvl="0"/>
            <a:r>
              <a:rPr lang="en-IN" dirty="0"/>
              <a:t>How does git work</a:t>
            </a:r>
            <a:r>
              <a:rPr lang="en-IN" dirty="0" smtClean="0"/>
              <a:t>?</a:t>
            </a:r>
            <a:endParaRPr lang="en-IN" dirty="0"/>
          </a:p>
          <a:p>
            <a:pPr lvl="0"/>
            <a:r>
              <a:rPr lang="en-IN" dirty="0"/>
              <a:t>What is GitHub</a:t>
            </a:r>
            <a:r>
              <a:rPr lang="en-IN" dirty="0" smtClean="0"/>
              <a:t>?</a:t>
            </a:r>
            <a:endParaRPr lang="en-IN" dirty="0"/>
          </a:p>
          <a:p>
            <a:pPr lvl="0"/>
            <a:r>
              <a:rPr lang="en-IN" dirty="0"/>
              <a:t>Quick example using git and </a:t>
            </a:r>
            <a:r>
              <a:rPr lang="en-IN" dirty="0" smtClean="0"/>
              <a:t>GitHub</a:t>
            </a:r>
          </a:p>
          <a:p>
            <a:r>
              <a:rPr lang="en-IN" dirty="0"/>
              <a:t>Install git and create a GitHub account</a:t>
            </a:r>
          </a:p>
          <a:p>
            <a:pPr lvl="0"/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2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Distributed version </a:t>
            </a:r>
            <a:r>
              <a:rPr lang="en-IN" dirty="0" smtClean="0"/>
              <a:t>control</a:t>
            </a:r>
            <a:endParaRPr lang="en-IN" dirty="0"/>
          </a:p>
          <a:p>
            <a:r>
              <a:rPr lang="en-IN" dirty="0" smtClean="0"/>
              <a:t>Users </a:t>
            </a:r>
            <a:r>
              <a:rPr lang="en-IN" dirty="0"/>
              <a:t>keep entire code and history on their location </a:t>
            </a:r>
            <a:r>
              <a:rPr lang="en-IN" dirty="0" smtClean="0"/>
              <a:t>machines</a:t>
            </a:r>
            <a:endParaRPr lang="en-IN" dirty="0"/>
          </a:p>
          <a:p>
            <a:r>
              <a:rPr lang="en-IN" dirty="0" smtClean="0"/>
              <a:t>Users </a:t>
            </a:r>
            <a:r>
              <a:rPr lang="en-IN" dirty="0"/>
              <a:t>can make any changes without internet </a:t>
            </a:r>
            <a:r>
              <a:rPr lang="en-IN" dirty="0" smtClean="0"/>
              <a:t>access</a:t>
            </a:r>
            <a:r>
              <a:rPr lang="en-IN" dirty="0"/>
              <a:t> </a:t>
            </a:r>
          </a:p>
          <a:p>
            <a:r>
              <a:rPr lang="en-IN" dirty="0"/>
              <a:t>  (Except pushing and pulling changes from a remote server)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What is GIT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8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15454" y="960033"/>
            <a:ext cx="9172493" cy="3554416"/>
          </a:xfrm>
        </p:spPr>
        <p:txBody>
          <a:bodyPr/>
          <a:lstStyle/>
          <a:p>
            <a:r>
              <a:rPr lang="en-IN" dirty="0"/>
              <a:t>Started in </a:t>
            </a:r>
            <a:r>
              <a:rPr lang="en-IN" dirty="0" smtClean="0"/>
              <a:t>2005</a:t>
            </a:r>
            <a:endParaRPr lang="en-IN" dirty="0"/>
          </a:p>
          <a:p>
            <a:r>
              <a:rPr lang="en-IN" dirty="0" smtClean="0"/>
              <a:t>Created </a:t>
            </a:r>
            <a:r>
              <a:rPr lang="en-IN" dirty="0"/>
              <a:t>by Linus </a:t>
            </a:r>
            <a:r>
              <a:rPr lang="en-IN" dirty="0" err="1"/>
              <a:t>Torvald</a:t>
            </a:r>
            <a:r>
              <a:rPr lang="en-IN" dirty="0"/>
              <a:t> to aid in Linux kernel development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What is GIT 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297" y="2368100"/>
            <a:ext cx="2146349" cy="21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98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15454" y="960033"/>
            <a:ext cx="9172493" cy="355441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What is GIT </a:t>
            </a:r>
            <a:endParaRPr lang="en-US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15454" y="1600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493557" rIns="647496" bIns="315813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55900" algn="l"/>
              </a:tabLst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141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isn’t the only version control system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55900" algn="l"/>
              </a:tabLs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606" y="2469163"/>
            <a:ext cx="4162425" cy="143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15454" y="1703457"/>
            <a:ext cx="60435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55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55900" algn="l"/>
              </a:tabLst>
            </a:pPr>
            <a:r>
              <a:rPr kumimoji="0" lang="hi-I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/>
            </a:r>
            <a:br>
              <a:rPr kumimoji="0" lang="hi-I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</a:b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55900" algn="l"/>
              </a:tabLst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kumimoji="0" lang="en-US" altLang="en-US" sz="21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But (we think) it’s the best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43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way git keeps track of your code </a:t>
            </a:r>
            <a:r>
              <a:rPr lang="en-IN" dirty="0" smtClean="0"/>
              <a:t>history</a:t>
            </a:r>
            <a:endParaRPr lang="en-IN" dirty="0"/>
          </a:p>
          <a:p>
            <a:r>
              <a:rPr lang="en-IN" dirty="0" smtClean="0"/>
              <a:t>Essentially </a:t>
            </a:r>
            <a:r>
              <a:rPr lang="en-IN" dirty="0"/>
              <a:t>records what all your files look like at a given point in time</a:t>
            </a:r>
          </a:p>
          <a:p>
            <a:pPr marL="0" indent="0">
              <a:buNone/>
            </a:pPr>
            <a:r>
              <a:rPr lang="en-IN" dirty="0" smtClean="0"/>
              <a:t>•</a:t>
            </a:r>
            <a:r>
              <a:rPr lang="en-IN" dirty="0"/>
              <a:t> </a:t>
            </a:r>
            <a:r>
              <a:rPr lang="en-IN" dirty="0" smtClean="0"/>
              <a:t>You </a:t>
            </a:r>
            <a:r>
              <a:rPr lang="en-IN" dirty="0"/>
              <a:t>decide when to take a snapshot, and of what files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How does GIT work?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41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act of creating a snapshot •  Can be a noun or </a:t>
            </a:r>
            <a:r>
              <a:rPr lang="en-IN" dirty="0" smtClean="0"/>
              <a:t>verb</a:t>
            </a:r>
            <a:endParaRPr lang="en-IN" dirty="0"/>
          </a:p>
          <a:p>
            <a:r>
              <a:rPr lang="en-IN" dirty="0" smtClean="0"/>
              <a:t>“</a:t>
            </a:r>
            <a:r>
              <a:rPr lang="en-IN" dirty="0"/>
              <a:t>I </a:t>
            </a:r>
            <a:r>
              <a:rPr lang="en-IN" dirty="0" err="1"/>
              <a:t>commited</a:t>
            </a:r>
            <a:r>
              <a:rPr lang="en-IN" dirty="0"/>
              <a:t> code</a:t>
            </a:r>
            <a:r>
              <a:rPr lang="en-IN" dirty="0" smtClean="0"/>
              <a:t>”</a:t>
            </a:r>
            <a:endParaRPr lang="en-IN" dirty="0"/>
          </a:p>
          <a:p>
            <a:r>
              <a:rPr lang="en-IN" dirty="0" smtClean="0"/>
              <a:t>“</a:t>
            </a:r>
            <a:r>
              <a:rPr lang="en-IN" dirty="0"/>
              <a:t>I just made a new commit</a:t>
            </a:r>
            <a:r>
              <a:rPr lang="en-IN" dirty="0" smtClean="0"/>
              <a:t>”</a:t>
            </a:r>
            <a:endParaRPr lang="en-IN" dirty="0"/>
          </a:p>
          <a:p>
            <a:r>
              <a:rPr lang="en-IN" dirty="0" smtClean="0"/>
              <a:t>Essentially</a:t>
            </a:r>
            <a:r>
              <a:rPr lang="en-IN" dirty="0"/>
              <a:t>, a project is made up of a bunch of commits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commit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8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/>
              <a:t>Often shortened to ‘repo</a:t>
            </a:r>
            <a:r>
              <a:rPr lang="en-IN" sz="1600" dirty="0" smtClean="0"/>
              <a:t>’</a:t>
            </a:r>
            <a:endParaRPr lang="en-IN" sz="1600" dirty="0"/>
          </a:p>
          <a:p>
            <a:r>
              <a:rPr lang="en-IN" sz="1600" dirty="0"/>
              <a:t>	A collection of all the files and the history of those </a:t>
            </a:r>
            <a:r>
              <a:rPr lang="en-IN" sz="1600" dirty="0" smtClean="0"/>
              <a:t>file</a:t>
            </a:r>
            <a:endParaRPr lang="en-IN" sz="1600" dirty="0"/>
          </a:p>
          <a:p>
            <a:r>
              <a:rPr lang="en-IN" sz="1600" dirty="0" smtClean="0"/>
              <a:t>Consists </a:t>
            </a:r>
            <a:r>
              <a:rPr lang="en-IN" sz="1600" dirty="0"/>
              <a:t>of all your </a:t>
            </a:r>
            <a:r>
              <a:rPr lang="en-IN" sz="1600" dirty="0" smtClean="0"/>
              <a:t>commits</a:t>
            </a:r>
            <a:r>
              <a:rPr lang="en-IN" sz="1600" dirty="0"/>
              <a:t> </a:t>
            </a:r>
          </a:p>
          <a:p>
            <a:r>
              <a:rPr lang="en-IN" sz="1600" dirty="0"/>
              <a:t>  Place where all your hard work is </a:t>
            </a:r>
            <a:r>
              <a:rPr lang="en-IN" sz="1600" dirty="0" smtClean="0"/>
              <a:t>stored</a:t>
            </a:r>
          </a:p>
          <a:p>
            <a:r>
              <a:rPr lang="en-IN" sz="1600" dirty="0"/>
              <a:t>Can live on a local machine or on a remote server (GitHub</a:t>
            </a:r>
            <a:r>
              <a:rPr lang="en-IN" sz="1600" dirty="0" smtClean="0"/>
              <a:t>!)</a:t>
            </a:r>
            <a:r>
              <a:rPr lang="en-IN" sz="1600" dirty="0"/>
              <a:t> </a:t>
            </a:r>
          </a:p>
          <a:p>
            <a:r>
              <a:rPr lang="en-IN" sz="1600" dirty="0" smtClean="0"/>
              <a:t>The </a:t>
            </a:r>
            <a:r>
              <a:rPr lang="en-IN" sz="1600" dirty="0"/>
              <a:t>act of copying a repository from a remote server is called </a:t>
            </a:r>
            <a:r>
              <a:rPr lang="en-IN" sz="1600" dirty="0" smtClean="0"/>
              <a:t>cloning</a:t>
            </a:r>
            <a:endParaRPr lang="en-IN" sz="1600" dirty="0"/>
          </a:p>
          <a:p>
            <a:r>
              <a:rPr lang="en-IN" sz="1600" dirty="0" smtClean="0"/>
              <a:t>Cloning </a:t>
            </a:r>
            <a:r>
              <a:rPr lang="en-IN" sz="1600" dirty="0"/>
              <a:t>from a remote server allows teams to work together</a:t>
            </a:r>
          </a:p>
          <a:p>
            <a:pPr marL="0" indent="0">
              <a:buNone/>
            </a:pPr>
            <a:r>
              <a:rPr lang="en-IN" sz="1600" dirty="0" smtClean="0"/>
              <a:t> *The </a:t>
            </a:r>
            <a:r>
              <a:rPr lang="en-IN" sz="1600" dirty="0"/>
              <a:t>process of downloading commits that don’t exist on your machine from a remote repository is called pulling </a:t>
            </a:r>
            <a:r>
              <a:rPr lang="en-IN" sz="1600" dirty="0" smtClean="0"/>
              <a:t>changes</a:t>
            </a:r>
            <a:endParaRPr lang="en-IN" sz="1600" dirty="0"/>
          </a:p>
          <a:p>
            <a:pPr marL="0" indent="0">
              <a:buNone/>
            </a:pPr>
            <a:r>
              <a:rPr lang="en-IN" sz="1600" dirty="0" smtClean="0"/>
              <a:t>*The </a:t>
            </a:r>
            <a:r>
              <a:rPr lang="en-IN" sz="1600" dirty="0"/>
              <a:t>process of adding your local changes to the remote repository is called pushing changes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Repositories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70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All commits in git live on some </a:t>
            </a:r>
            <a:r>
              <a:rPr lang="en-IN" sz="1800" dirty="0" smtClean="0"/>
              <a:t>branch</a:t>
            </a:r>
            <a:r>
              <a:rPr lang="en-IN" sz="1800" dirty="0"/>
              <a:t> </a:t>
            </a:r>
          </a:p>
          <a:p>
            <a:r>
              <a:rPr lang="en-IN" sz="1800" dirty="0" smtClean="0"/>
              <a:t>But </a:t>
            </a:r>
            <a:r>
              <a:rPr lang="en-IN" sz="1800" dirty="0"/>
              <a:t>there can be many, many </a:t>
            </a:r>
            <a:r>
              <a:rPr lang="en-IN" sz="1800" dirty="0" smtClean="0"/>
              <a:t>branches</a:t>
            </a:r>
            <a:endParaRPr lang="en-IN" sz="1800" dirty="0"/>
          </a:p>
          <a:p>
            <a:r>
              <a:rPr lang="en-IN" sz="1800" dirty="0" smtClean="0"/>
              <a:t>The </a:t>
            </a:r>
            <a:r>
              <a:rPr lang="en-IN" sz="1800" dirty="0"/>
              <a:t>main branch in a project is called the master branch</a:t>
            </a:r>
          </a:p>
          <a:p>
            <a:r>
              <a:rPr lang="en-IN" sz="1800" dirty="0"/>
              <a:t>A bunch of commits linked together that live on some branch, contained in a repository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Branches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30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00153" y="1062305"/>
            <a:ext cx="12841156" cy="3554416"/>
          </a:xfrm>
        </p:spPr>
        <p:txBody>
          <a:bodyPr/>
          <a:lstStyle/>
          <a:p>
            <a:r>
              <a:rPr lang="en-IN" sz="1800" dirty="0"/>
              <a:t>Founded in </a:t>
            </a:r>
            <a:r>
              <a:rPr lang="en-IN" sz="1800" dirty="0" smtClean="0"/>
              <a:t>2008</a:t>
            </a:r>
            <a:endParaRPr lang="en-IN" sz="1800" dirty="0"/>
          </a:p>
          <a:p>
            <a:r>
              <a:rPr lang="en-IN" sz="1800" dirty="0" smtClean="0"/>
              <a:t>Also </a:t>
            </a:r>
            <a:r>
              <a:rPr lang="en-IN" sz="1800" dirty="0"/>
              <a:t>has an Enterprise edition for </a:t>
            </a:r>
            <a:r>
              <a:rPr lang="en-IN" sz="1800" dirty="0" smtClean="0"/>
              <a:t>businesses</a:t>
            </a:r>
          </a:p>
          <a:p>
            <a:r>
              <a:rPr lang="en-IN" sz="1800" dirty="0" smtClean="0"/>
              <a:t>www.github.com</a:t>
            </a:r>
            <a:endParaRPr lang="en-IN" sz="1800" dirty="0"/>
          </a:p>
          <a:p>
            <a:r>
              <a:rPr lang="en-IN" sz="1800" dirty="0" smtClean="0"/>
              <a:t>Largest </a:t>
            </a:r>
            <a:r>
              <a:rPr lang="en-IN" sz="1800" dirty="0"/>
              <a:t>web-based git repository hosting </a:t>
            </a:r>
            <a:r>
              <a:rPr lang="en-IN" sz="1800" dirty="0" smtClean="0"/>
              <a:t>service</a:t>
            </a:r>
            <a:endParaRPr lang="en-IN" sz="1800" dirty="0"/>
          </a:p>
          <a:p>
            <a:r>
              <a:rPr lang="en-IN" sz="1800" dirty="0" smtClean="0"/>
              <a:t>Aka</a:t>
            </a:r>
            <a:r>
              <a:rPr lang="en-IN" sz="1800" dirty="0"/>
              <a:t>, hosts ‘remote repositories</a:t>
            </a:r>
            <a:r>
              <a:rPr lang="en-IN" sz="1800" dirty="0" smtClean="0"/>
              <a:t>’</a:t>
            </a:r>
            <a:r>
              <a:rPr lang="en-IN" sz="1800" dirty="0"/>
              <a:t> </a:t>
            </a:r>
          </a:p>
          <a:p>
            <a:r>
              <a:rPr lang="en-IN" sz="1800" dirty="0" smtClean="0"/>
              <a:t>Allows </a:t>
            </a:r>
            <a:r>
              <a:rPr lang="en-IN" sz="1800" dirty="0"/>
              <a:t>for code collaboration with anyone </a:t>
            </a:r>
            <a:r>
              <a:rPr lang="en-IN" sz="1800" dirty="0" smtClean="0"/>
              <a:t>online</a:t>
            </a:r>
            <a:r>
              <a:rPr lang="en-IN" sz="1800" dirty="0"/>
              <a:t> </a:t>
            </a:r>
          </a:p>
          <a:p>
            <a:r>
              <a:rPr lang="en-IN" sz="1800" dirty="0" smtClean="0"/>
              <a:t>Adds </a:t>
            </a:r>
            <a:r>
              <a:rPr lang="en-IN" sz="1800" dirty="0"/>
              <a:t>extra functionality on top of </a:t>
            </a:r>
            <a:r>
              <a:rPr lang="en-IN" sz="1800" dirty="0" smtClean="0"/>
              <a:t>git</a:t>
            </a:r>
            <a:endParaRPr lang="en-IN" sz="1800" dirty="0"/>
          </a:p>
          <a:p>
            <a:r>
              <a:rPr lang="en-IN" sz="1800" dirty="0" smtClean="0"/>
              <a:t>UI</a:t>
            </a:r>
            <a:r>
              <a:rPr lang="en-IN" sz="1800" dirty="0"/>
              <a:t>, documentation, bug tracking, feature requests, pull requests, </a:t>
            </a:r>
            <a:r>
              <a:rPr lang="en-IN" sz="1800" i="1" dirty="0"/>
              <a:t>and more!</a:t>
            </a:r>
            <a:endParaRPr lang="en-IN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What is GitHub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642" y="-1509446"/>
            <a:ext cx="3585522" cy="559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18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59325" y="974663"/>
            <a:ext cx="8063051" cy="3274371"/>
          </a:xfrm>
        </p:spPr>
        <p:txBody>
          <a:bodyPr/>
          <a:lstStyle/>
          <a:p>
            <a:r>
              <a:rPr lang="en-IN" sz="1800" b="1" dirty="0"/>
              <a:t>Linux (</a:t>
            </a:r>
            <a:r>
              <a:rPr lang="en-IN" sz="1800" b="1" dirty="0" err="1"/>
              <a:t>Debian</a:t>
            </a:r>
            <a:r>
              <a:rPr lang="en-IN" sz="1800" b="1" dirty="0" smtClean="0"/>
              <a:t>)</a:t>
            </a:r>
            <a:r>
              <a:rPr lang="en-IN" sz="1800" dirty="0"/>
              <a:t> </a:t>
            </a:r>
          </a:p>
          <a:p>
            <a:pPr lvl="0"/>
            <a:r>
              <a:rPr lang="en-IN" sz="1800" dirty="0"/>
              <a:t>Command: </a:t>
            </a:r>
            <a:r>
              <a:rPr lang="en-IN" sz="1800" dirty="0" err="1"/>
              <a:t>sudo</a:t>
            </a:r>
            <a:r>
              <a:rPr lang="en-IN" sz="1800" dirty="0"/>
              <a:t> apt-get install git</a:t>
            </a:r>
            <a:r>
              <a:rPr lang="en-IN" sz="1800" dirty="0" smtClean="0"/>
              <a:t>!</a:t>
            </a:r>
            <a:r>
              <a:rPr lang="en-IN" sz="1800" dirty="0"/>
              <a:t> </a:t>
            </a:r>
          </a:p>
          <a:p>
            <a:r>
              <a:rPr lang="en-IN" sz="1800" dirty="0"/>
              <a:t>	</a:t>
            </a:r>
            <a:r>
              <a:rPr lang="en-IN" sz="1800" b="1" dirty="0"/>
              <a:t>Linux (Fedora</a:t>
            </a:r>
            <a:r>
              <a:rPr lang="en-IN" sz="1800" b="1" dirty="0" smtClean="0"/>
              <a:t>)</a:t>
            </a:r>
            <a:r>
              <a:rPr lang="en-IN" sz="1800" dirty="0"/>
              <a:t> </a:t>
            </a:r>
          </a:p>
          <a:p>
            <a:pPr lvl="0"/>
            <a:r>
              <a:rPr lang="en-IN" sz="1800" dirty="0"/>
              <a:t>Command: </a:t>
            </a:r>
            <a:r>
              <a:rPr lang="en-IN" sz="1800" dirty="0" err="1"/>
              <a:t>sudo</a:t>
            </a:r>
            <a:r>
              <a:rPr lang="en-IN" sz="1800" dirty="0"/>
              <a:t> yum install git</a:t>
            </a:r>
            <a:r>
              <a:rPr lang="en-IN" sz="1800" dirty="0" smtClean="0"/>
              <a:t>!</a:t>
            </a:r>
            <a:endParaRPr lang="en-IN" sz="1800" dirty="0"/>
          </a:p>
          <a:p>
            <a:r>
              <a:rPr lang="en-IN" sz="1800" dirty="0"/>
              <a:t>	</a:t>
            </a:r>
            <a:r>
              <a:rPr lang="en-IN" sz="1800" b="1" dirty="0" smtClean="0"/>
              <a:t>Mac</a:t>
            </a:r>
            <a:r>
              <a:rPr lang="en-IN" sz="1800" dirty="0"/>
              <a:t> </a:t>
            </a:r>
          </a:p>
          <a:p>
            <a:r>
              <a:rPr lang="en-IN" sz="1800" dirty="0"/>
              <a:t>- http://</a:t>
            </a:r>
            <a:r>
              <a:rPr lang="en-IN" sz="1800" dirty="0" smtClean="0"/>
              <a:t>git-scm.com/download/mac</a:t>
            </a:r>
            <a:r>
              <a:rPr lang="en-IN" sz="1800" dirty="0"/>
              <a:t> </a:t>
            </a:r>
          </a:p>
          <a:p>
            <a:r>
              <a:rPr lang="en-IN" sz="1800" b="1" dirty="0" smtClean="0"/>
              <a:t>Windows</a:t>
            </a:r>
            <a:r>
              <a:rPr lang="en-IN" sz="1800" dirty="0"/>
              <a:t> </a:t>
            </a:r>
          </a:p>
          <a:p>
            <a:r>
              <a:rPr lang="en-IN" sz="1800" dirty="0"/>
              <a:t>- http://git-scm.com/download/win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Install GIT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544" y="-409163"/>
            <a:ext cx="2524991" cy="477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61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42730" y="883227"/>
            <a:ext cx="7120615" cy="3671419"/>
          </a:xfrm>
        </p:spPr>
        <p:txBody>
          <a:bodyPr/>
          <a:lstStyle/>
          <a:p>
            <a:r>
              <a:rPr lang="en-IN" dirty="0" smtClean="0"/>
              <a:t>www.github.com</a:t>
            </a:r>
            <a:r>
              <a:rPr lang="en-IN" dirty="0"/>
              <a:t> </a:t>
            </a:r>
          </a:p>
          <a:p>
            <a:r>
              <a:rPr lang="en-IN" dirty="0" smtClean="0"/>
              <a:t>Free </a:t>
            </a:r>
            <a:r>
              <a:rPr lang="en-IN" dirty="0"/>
              <a:t>for public repositories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Create a GitHub account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0" y="2102558"/>
            <a:ext cx="3829676" cy="176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1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02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SP 2016 Magenta T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4009E"/>
      </a:accent1>
      <a:accent2>
        <a:srgbClr val="FF8C00"/>
      </a:accent2>
      <a:accent3>
        <a:srgbClr val="505050"/>
      </a:accent3>
      <a:accent4>
        <a:srgbClr val="737373"/>
      </a:accent4>
      <a:accent5>
        <a:srgbClr val="D2D2D2"/>
      </a:accent5>
      <a:accent6>
        <a:srgbClr val="FFFFFF"/>
      </a:accent6>
      <a:hlink>
        <a:srgbClr val="FFFFFF"/>
      </a:hlink>
      <a:folHlink>
        <a:srgbClr val="FFFFFF"/>
      </a:folHlink>
    </a:clrScheme>
    <a:fontScheme name="Segoe UI">
      <a:majorFont>
        <a:latin typeface="Segoe U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Segoe UI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C2185FD0CA74419E79410895F7D8A9" ma:contentTypeVersion="10" ma:contentTypeDescription="Create a new document." ma:contentTypeScope="" ma:versionID="bf8935672075793d1b6bbbcf287cd4d2">
  <xsd:schema xmlns:xsd="http://www.w3.org/2001/XMLSchema" xmlns:xs="http://www.w3.org/2001/XMLSchema" xmlns:p="http://schemas.microsoft.com/office/2006/metadata/properties" xmlns:ns2="3fce3ed0-24d1-45d0-8014-96f22eb6b0fb" xmlns:ns3="c7d759ad-c71d-4e7a-8896-957c2805ad24" xmlns:ns4="cbd1dd4f-7f1a-4b60-b24c-ce56e0497876" targetNamespace="http://schemas.microsoft.com/office/2006/metadata/properties" ma:root="true" ma:fieldsID="a03c43506f2f3385285ffd840e8b4328" ns2:_="" ns3:_="" ns4:_="">
    <xsd:import namespace="3fce3ed0-24d1-45d0-8014-96f22eb6b0fb"/>
    <xsd:import namespace="c7d759ad-c71d-4e7a-8896-957c2805ad24"/>
    <xsd:import namespace="cbd1dd4f-7f1a-4b60-b24c-ce56e0497876"/>
    <xsd:element name="properties">
      <xsd:complexType>
        <xsd:sequence>
          <xsd:element name="documentManagement">
            <xsd:complexType>
              <xsd:all>
                <xsd:element ref="ns2:Program" minOccurs="0"/>
                <xsd:element ref="ns3:SharedWithUsers" minOccurs="0"/>
                <xsd:element ref="ns4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ce3ed0-24d1-45d0-8014-96f22eb6b0fb" elementFormDefault="qualified">
    <xsd:import namespace="http://schemas.microsoft.com/office/2006/documentManagement/types"/>
    <xsd:import namespace="http://schemas.microsoft.com/office/infopath/2007/PartnerControls"/>
    <xsd:element name="Program" ma:index="2" nillable="true" ma:displayName="Program" ma:internalName="Program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ross Marketing"/>
                    <xsd:enumeration value="DreamSpark"/>
                    <xsd:enumeration value="Faculty Connection"/>
                    <xsd:enumeration value="Imagine Cup"/>
                    <xsd:enumeration value="Student Partners"/>
                    <xsd:enumeration value="PR &amp; Messaging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d759ad-c71d-4e7a-8896-957c2805ad2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d1dd4f-7f1a-4b60-b24c-ce56e0497876" elementFormDefault="qualified">
    <xsd:import namespace="http://schemas.microsoft.com/office/2006/documentManagement/types"/>
    <xsd:import namespace="http://schemas.microsoft.com/office/infopath/2007/PartnerControls"/>
    <xsd:element name="SharingHintHash" ma:index="10" nillable="true" ma:displayName="Sharing Hint Hash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gram xmlns="3fce3ed0-24d1-45d0-8014-96f22eb6b0fb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ADBEBD-1B54-44CF-A01C-3F6954DBE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ce3ed0-24d1-45d0-8014-96f22eb6b0fb"/>
    <ds:schemaRef ds:uri="c7d759ad-c71d-4e7a-8896-957c2805ad24"/>
    <ds:schemaRef ds:uri="cbd1dd4f-7f1a-4b60-b24c-ce56e04978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52303-DD41-4871-8221-5749C8E3EEE6}">
  <ds:schemaRefs>
    <ds:schemaRef ds:uri="cbd1dd4f-7f1a-4b60-b24c-ce56e0497876"/>
    <ds:schemaRef ds:uri="3fce3ed0-24d1-45d0-8014-96f22eb6b0fb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c7d759ad-c71d-4e7a-8896-957c2805ad2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681D2DF-F93E-4CC1-8A50-704C6CA043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Words>153</Words>
  <Application>Microsoft Office PowerPoint</Application>
  <PresentationFormat>On-screen Show (16:9)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Mangal</vt:lpstr>
      <vt:lpstr>Segoe UI</vt:lpstr>
      <vt:lpstr>Segoe UI Light</vt:lpstr>
      <vt:lpstr>Times New Roman</vt:lpstr>
      <vt:lpstr>Office Theme</vt:lpstr>
      <vt:lpstr>MSP 2017  MSIntro SP</vt:lpstr>
      <vt:lpstr>Overview</vt:lpstr>
      <vt:lpstr>What is GIT </vt:lpstr>
      <vt:lpstr>What is GIT </vt:lpstr>
      <vt:lpstr>What is GIT </vt:lpstr>
      <vt:lpstr>How does GIT work? </vt:lpstr>
      <vt:lpstr>commit</vt:lpstr>
      <vt:lpstr>Repositories</vt:lpstr>
      <vt:lpstr>Branches</vt:lpstr>
      <vt:lpstr>What is GitHub</vt:lpstr>
      <vt:lpstr>Install GIT </vt:lpstr>
      <vt:lpstr>Create a GitHub account</vt:lpstr>
      <vt:lpstr>PowerPoint Presentation</vt:lpstr>
    </vt:vector>
  </TitlesOfParts>
  <Company>Prentice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Taylor Hanson</dc:creator>
  <cp:lastModifiedBy>Simran Raj</cp:lastModifiedBy>
  <cp:revision>60</cp:revision>
  <dcterms:created xsi:type="dcterms:W3CDTF">2016-07-11T14:56:12Z</dcterms:created>
  <dcterms:modified xsi:type="dcterms:W3CDTF">2017-10-07T03:58:28Z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0x01010041C2185FD0CA74419E79410895F7D8A9</vt:lpwstr>
  </property>
</Properties>
</file>